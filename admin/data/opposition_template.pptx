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CD55"/>
    <a:srgbClr val="500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10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in Lundy" userId="e2606fbe2c5f4b8b" providerId="LiveId" clId="{DD234D63-C320-4C73-918E-BE6D3DBC3B80}"/>
    <pc:docChg chg="undo custSel modSld">
      <pc:chgData name="Colin Lundy" userId="e2606fbe2c5f4b8b" providerId="LiveId" clId="{DD234D63-C320-4C73-918E-BE6D3DBC3B80}" dt="2026-09-24T12:35:01.950" v="375" actId="1038"/>
      <pc:docMkLst>
        <pc:docMk/>
      </pc:docMkLst>
      <pc:sldChg chg="addSp delSp modSp mod">
        <pc:chgData name="Colin Lundy" userId="e2606fbe2c5f4b8b" providerId="LiveId" clId="{DD234D63-C320-4C73-918E-BE6D3DBC3B80}" dt="2026-09-24T12:33:46.361" v="236" actId="207"/>
        <pc:sldMkLst>
          <pc:docMk/>
          <pc:sldMk cId="0" sldId="257"/>
        </pc:sldMkLst>
        <pc:spChg chg="add del mod">
          <ac:chgData name="Colin Lundy" userId="e2606fbe2c5f4b8b" providerId="LiveId" clId="{DD234D63-C320-4C73-918E-BE6D3DBC3B80}" dt="2026-09-24T12:30:54.761" v="8" actId="478"/>
          <ac:spMkLst>
            <pc:docMk/>
            <pc:sldMk cId="0" sldId="257"/>
            <ac:spMk id="5" creationId="{EECC542E-A795-BB21-FB0B-CD9A21558D27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3:28.350" v="234" actId="1036"/>
          <ac:spMkLst>
            <pc:docMk/>
            <pc:sldMk cId="0" sldId="257"/>
            <ac:spMk id="25" creationId="{00000000-0000-0000-0000-000000000000}"/>
          </ac:spMkLst>
        </pc:spChg>
        <pc:spChg chg="mod ord">
          <ac:chgData name="Colin Lundy" userId="e2606fbe2c5f4b8b" providerId="LiveId" clId="{DD234D63-C320-4C73-918E-BE6D3DBC3B80}" dt="2026-09-24T12:33:38.742" v="235" actId="207"/>
          <ac:spMkLst>
            <pc:docMk/>
            <pc:sldMk cId="0" sldId="257"/>
            <ac:spMk id="26" creationId="{00000000-0000-0000-0000-000000000000}"/>
          </ac:spMkLst>
        </pc:spChg>
        <pc:spChg chg="mod ord">
          <ac:chgData name="Colin Lundy" userId="e2606fbe2c5f4b8b" providerId="LiveId" clId="{DD234D63-C320-4C73-918E-BE6D3DBC3B80}" dt="2026-09-24T12:33:46.361" v="236" actId="207"/>
          <ac:spMkLst>
            <pc:docMk/>
            <pc:sldMk cId="0" sldId="257"/>
            <ac:spMk id="27" creationId="{00000000-0000-0000-0000-000000000000}"/>
          </ac:spMkLst>
        </pc:spChg>
        <pc:spChg chg="mod ord">
          <ac:chgData name="Colin Lundy" userId="e2606fbe2c5f4b8b" providerId="LiveId" clId="{DD234D63-C320-4C73-918E-BE6D3DBC3B80}" dt="2026-09-24T12:33:46.361" v="236" actId="207"/>
          <ac:spMkLst>
            <pc:docMk/>
            <pc:sldMk cId="0" sldId="257"/>
            <ac:spMk id="28" creationId="{00000000-0000-0000-0000-000000000000}"/>
          </ac:spMkLst>
        </pc:spChg>
        <pc:spChg chg="mod ord">
          <ac:chgData name="Colin Lundy" userId="e2606fbe2c5f4b8b" providerId="LiveId" clId="{DD234D63-C320-4C73-918E-BE6D3DBC3B80}" dt="2026-09-24T12:33:38.742" v="235" actId="207"/>
          <ac:spMkLst>
            <pc:docMk/>
            <pc:sldMk cId="0" sldId="257"/>
            <ac:spMk id="29" creationId="{00000000-0000-0000-0000-000000000000}"/>
          </ac:spMkLst>
        </pc:spChg>
        <pc:spChg chg="mod ord">
          <ac:chgData name="Colin Lundy" userId="e2606fbe2c5f4b8b" providerId="LiveId" clId="{DD234D63-C320-4C73-918E-BE6D3DBC3B80}" dt="2026-09-24T12:33:46.361" v="236" actId="207"/>
          <ac:spMkLst>
            <pc:docMk/>
            <pc:sldMk cId="0" sldId="257"/>
            <ac:spMk id="30" creationId="{00000000-0000-0000-0000-000000000000}"/>
          </ac:spMkLst>
        </pc:spChg>
        <pc:spChg chg="mod ord">
          <ac:chgData name="Colin Lundy" userId="e2606fbe2c5f4b8b" providerId="LiveId" clId="{DD234D63-C320-4C73-918E-BE6D3DBC3B80}" dt="2026-09-24T12:33:46.361" v="236" actId="207"/>
          <ac:spMkLst>
            <pc:docMk/>
            <pc:sldMk cId="0" sldId="257"/>
            <ac:spMk id="31" creationId="{00000000-0000-0000-0000-000000000000}"/>
          </ac:spMkLst>
        </pc:spChg>
        <pc:spChg chg="del mod">
          <ac:chgData name="Colin Lundy" userId="e2606fbe2c5f4b8b" providerId="LiveId" clId="{DD234D63-C320-4C73-918E-BE6D3DBC3B80}" dt="2026-09-24T12:32:28.640" v="68" actId="478"/>
          <ac:spMkLst>
            <pc:docMk/>
            <pc:sldMk cId="0" sldId="257"/>
            <ac:spMk id="32" creationId="{00000000-0000-0000-0000-000000000000}"/>
          </ac:spMkLst>
        </pc:spChg>
        <pc:spChg chg="mod ord">
          <ac:chgData name="Colin Lundy" userId="e2606fbe2c5f4b8b" providerId="LiveId" clId="{DD234D63-C320-4C73-918E-BE6D3DBC3B80}" dt="2026-09-24T12:33:22.595" v="208" actId="1036"/>
          <ac:spMkLst>
            <pc:docMk/>
            <pc:sldMk cId="0" sldId="257"/>
            <ac:spMk id="33" creationId="{00000000-0000-0000-0000-000000000000}"/>
          </ac:spMkLst>
        </pc:spChg>
      </pc:sldChg>
      <pc:sldChg chg="modSp mod">
        <pc:chgData name="Colin Lundy" userId="e2606fbe2c5f4b8b" providerId="LiveId" clId="{DD234D63-C320-4C73-918E-BE6D3DBC3B80}" dt="2026-09-24T12:35:01.950" v="375" actId="1038"/>
        <pc:sldMkLst>
          <pc:docMk/>
          <pc:sldMk cId="0" sldId="258"/>
        </pc:sldMkLst>
        <pc:spChg chg="mod">
          <ac:chgData name="Colin Lundy" userId="e2606fbe2c5f4b8b" providerId="LiveId" clId="{DD234D63-C320-4C73-918E-BE6D3DBC3B80}" dt="2026-09-24T12:34:49.109" v="358" actId="10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5:01.950" v="375" actId="103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5:01.950" v="375" actId="103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49.109" v="358" actId="10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49.109" v="358" actId="10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49.109" v="358" actId="10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12.881" v="274" actId="103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12.881" v="274" actId="103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21.514" v="292" actId="103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21.514" v="292" actId="103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olin Lundy" userId="e2606fbe2c5f4b8b" providerId="LiveId" clId="{DD234D63-C320-4C73-918E-BE6D3DBC3B80}" dt="2026-09-24T12:34:12.881" v="274" actId="1038"/>
          <ac:spMkLst>
            <pc:docMk/>
            <pc:sldMk cId="0" sldId="258"/>
            <ac:spMk id="19" creationId="{BA2C7DC1-5873-03F1-435A-7B097CDDE8FC}"/>
          </ac:spMkLst>
        </pc:spChg>
        <pc:spChg chg="mod">
          <ac:chgData name="Colin Lundy" userId="e2606fbe2c5f4b8b" providerId="LiveId" clId="{DD234D63-C320-4C73-918E-BE6D3DBC3B80}" dt="2026-09-24T12:34:21.514" v="292" actId="1038"/>
          <ac:spMkLst>
            <pc:docMk/>
            <pc:sldMk cId="0" sldId="258"/>
            <ac:spMk id="20" creationId="{7F622E85-2A6E-6445-E482-681C1DE71DF3}"/>
          </ac:spMkLst>
        </pc:spChg>
      </pc:sldChg>
      <pc:sldChg chg="modTransition">
        <pc:chgData name="Colin Lundy" userId="e2606fbe2c5f4b8b" providerId="LiveId" clId="{DD234D63-C320-4C73-918E-BE6D3DBC3B80}" dt="2026-09-24T12:28:12.523" v="0"/>
        <pc:sldMkLst>
          <pc:docMk/>
          <pc:sldMk cId="0" sldId="265"/>
        </pc:sldMkLst>
      </pc:sldChg>
      <pc:sldChg chg="modTransition">
        <pc:chgData name="Colin Lundy" userId="e2606fbe2c5f4b8b" providerId="LiveId" clId="{DD234D63-C320-4C73-918E-BE6D3DBC3B80}" dt="2026-09-24T12:28:19.863" v="1"/>
        <pc:sldMkLst>
          <pc:docMk/>
          <pc:sldMk cId="3113146042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A242C-423F-48DC-A848-D1FD961B443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C9712-425F-4AEE-B83D-B03502C573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3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C9712-425F-4AEE-B83D-B03502C573C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87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C9712-425F-4AEE-B83D-B03502C573C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496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0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B400"/>
                </a:solidFill>
                <a:latin typeface="Aptos"/>
              </a:defRPr>
            </a:pPr>
            <a:r>
              <a:rPr dirty="0"/>
              <a:t>CONFIDENTIAL •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rPr dirty="0"/>
              <a:t>OPPOSITION</a:t>
            </a:r>
            <a:br>
              <a:rPr dirty="0"/>
            </a:br>
            <a:r>
              <a:rPr dirty="0"/>
              <a:t>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B400"/>
                </a:solidFill>
                <a:latin typeface="Aptos"/>
              </a:defRPr>
            </a:pPr>
            <a:r>
              <a:t>IRVINE VICTORIA 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West of Scotland Third Division 2026/27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7 LEAGUE MATCHES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006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  <a:latin typeface="Aptos"/>
              </a:defRPr>
            </a:pPr>
            <a:r>
              <a:t>Prepared for Saltcoats Victoria FC management &amp; coaching staff.</a:t>
            </a:r>
            <a:br/>
            <a:r>
              <a:t>Do not share or distribute outside the club.</a:t>
            </a:r>
          </a:p>
        </p:txBody>
      </p:sp>
      <p:pic>
        <p:nvPicPr>
          <p:cNvPr id="10" name="Picture 9" descr="A logo of a football club&#10;&#10;AI-generated content may be incorrect.">
            <a:extLst>
              <a:ext uri="{FF2B5EF4-FFF2-40B4-BE49-F238E27FC236}">
                <a16:creationId xmlns:a16="http://schemas.microsoft.com/office/drawing/2014/main" id="{8045DEF6-FF64-ECBE-1DDA-2E1285676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693" y="687630"/>
            <a:ext cx="4809754" cy="48097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Opposition snapshot</a:t>
            </a:r>
          </a:p>
        </p:txBody>
      </p:sp>
      <p:pic>
        <p:nvPicPr>
          <p:cNvPr id="6" name="Picture 5" descr="Irvine Victoria 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45970"/>
            <a:ext cx="1645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16484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t>PLAYED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8488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39" y="2045970"/>
            <a:ext cx="1645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87168" y="216484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t>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48488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4B40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2045970"/>
            <a:ext cx="1645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216484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t>LOSSES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48488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2045970"/>
            <a:ext cx="1645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7" y="216484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t>GOALS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7" y="248488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045970"/>
            <a:ext cx="1645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0727" y="216484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t>GOALS AGAINST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248488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045970"/>
            <a:ext cx="1645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85248" y="216484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t>CLEAN SHEETS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48488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647312"/>
            <a:ext cx="11064240" cy="1724837"/>
          </a:xfrm>
          <a:prstGeom prst="round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A logo of a football club&#10;&#10;AI-generated content may be incorrect.">
            <a:extLst>
              <a:ext uri="{FF2B5EF4-FFF2-40B4-BE49-F238E27FC236}">
                <a16:creationId xmlns:a16="http://schemas.microsoft.com/office/drawing/2014/main" id="{9632653D-9B1C-080E-AD81-6D98B0282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360" y="3731895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ptos"/>
              </a:defRPr>
            </a:pPr>
            <a:r>
              <a:rPr dirty="0">
                <a:solidFill>
                  <a:srgbClr val="F8CD55"/>
                </a:solidFill>
              </a:rPr>
              <a:t>CAPTAINCY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59" y="4070223"/>
            <a:ext cx="493775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5C081E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Stuart Hannah — captain in 4 matches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673727"/>
            <a:ext cx="47548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1414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Lewis Neilson — captain in 3 matches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731895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ptos"/>
              </a:defRPr>
            </a:pPr>
            <a:r>
              <a:rPr>
                <a:solidFill>
                  <a:srgbClr val="F8CD55"/>
                </a:solidFill>
              </a:rPr>
              <a:t>GOALKEEPERS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070223"/>
            <a:ext cx="49377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5C081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Khalan Lendrum — 6 starts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673727"/>
            <a:ext cx="49377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1414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Ross Shaw — 1 start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Results analysed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464"/>
                </a:solidFill>
                <a:latin typeface="Aptos"/>
              </a:defRPr>
            </a:pPr>
            <a:r>
              <a:t>Seven league matches in chronological round order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430418"/>
              </p:ext>
            </p:extLst>
          </p:nvPr>
        </p:nvGraphicFramePr>
        <p:xfrm>
          <a:off x="594360" y="1417320"/>
          <a:ext cx="7589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OPPONENT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</a:t>
                      </a:r>
                      <a:r>
                        <a:rPr lang="en-GB" dirty="0"/>
                        <a:t>ESULT</a:t>
                      </a:r>
                      <a:endParaRPr dirty="0"/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t>Glasgow Perthshire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2–3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b="1" dirty="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t>Lugar Boswell Thistle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3–2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b="1" dirty="0"/>
                        <a:t>W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t>Royal Albert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1–5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b="1" dirty="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t>East Kilbride YM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2–4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b="1" dirty="0"/>
                        <a:t>L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t>Kello Rovers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0–2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b="1" dirty="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t>Carluke Rovers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0–1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b="1" dirty="0"/>
                        <a:t>L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t>Newmains United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4–1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414"/>
                          </a:solidFill>
                        </a:defRPr>
                      </a:pPr>
                      <a:r>
                        <a:rPr b="1" dirty="0"/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740140" y="1430655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78442" y="1568577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rPr dirty="0"/>
              <a:t>GF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8442" y="1888616"/>
            <a:ext cx="1060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rPr dirty="0"/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46055" y="1430655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55782" y="1549527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464"/>
                </a:solidFill>
                <a:latin typeface="Aptos"/>
              </a:defRPr>
            </a:pPr>
            <a:r>
              <a:t>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5782" y="1869566"/>
            <a:ext cx="1060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BA2C7DC1-5873-03F1-435A-7B097CDDE8FC}"/>
              </a:ext>
            </a:extLst>
          </p:cNvPr>
          <p:cNvSpPr/>
          <p:nvPr/>
        </p:nvSpPr>
        <p:spPr>
          <a:xfrm>
            <a:off x="8755294" y="3141312"/>
            <a:ext cx="2724911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9516" y="3228975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rPr dirty="0"/>
              <a:t>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5845" y="3600102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C081E"/>
                </a:solidFill>
                <a:latin typeface="Aptos"/>
              </a:defRPr>
            </a:pPr>
            <a:r>
              <a:rPr dirty="0"/>
              <a:t>L  </a:t>
            </a:r>
            <a:r>
              <a:rPr dirty="0">
                <a:solidFill>
                  <a:srgbClr val="00B050"/>
                </a:solidFill>
              </a:rPr>
              <a:t>W</a:t>
            </a:r>
            <a:r>
              <a:rPr dirty="0"/>
              <a:t>  L  </a:t>
            </a:r>
            <a:r>
              <a:rPr dirty="0" err="1"/>
              <a:t>L</a:t>
            </a:r>
            <a:r>
              <a:rPr dirty="0"/>
              <a:t>  </a:t>
            </a:r>
            <a:r>
              <a:rPr dirty="0" err="1"/>
              <a:t>L</a:t>
            </a:r>
            <a:r>
              <a:rPr dirty="0"/>
              <a:t>  </a:t>
            </a:r>
            <a:r>
              <a:rPr dirty="0" err="1"/>
              <a:t>L</a:t>
            </a:r>
            <a:r>
              <a:rPr dirty="0"/>
              <a:t>  </a:t>
            </a:r>
            <a:r>
              <a:rPr dirty="0">
                <a:solidFill>
                  <a:srgbClr val="00B050"/>
                </a:solidFill>
              </a:rPr>
              <a:t>W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7F622E85-2A6E-6445-E482-681C1DE71DF3}"/>
              </a:ext>
            </a:extLst>
          </p:cNvPr>
          <p:cNvSpPr/>
          <p:nvPr/>
        </p:nvSpPr>
        <p:spPr>
          <a:xfrm>
            <a:off x="8775905" y="4652018"/>
            <a:ext cx="2724911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49665" y="4709160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rPr dirty="0"/>
              <a:t>LATEST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9665" y="5074920"/>
            <a:ext cx="27432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8B5E"/>
                </a:solidFill>
                <a:latin typeface="Aptos"/>
              </a:defRPr>
            </a:pPr>
            <a:r>
              <a:rPr dirty="0"/>
              <a:t>1</a:t>
            </a:r>
            <a:r>
              <a:rPr lang="en-GB" dirty="0"/>
              <a:t> – </a:t>
            </a:r>
            <a:r>
              <a:rPr dirty="0"/>
              <a:t>4</a:t>
            </a:r>
            <a:br>
              <a:rPr lang="en-GB" sz="1300" dirty="0"/>
            </a:br>
            <a:r>
              <a:rPr lang="en-GB" sz="1300" dirty="0" err="1"/>
              <a:t>Newmains</a:t>
            </a:r>
            <a:r>
              <a:rPr lang="en-GB" sz="1300" dirty="0"/>
              <a:t> Utd vs Irvine Victoria</a:t>
            </a:r>
            <a:endParaRPr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48F865-F184-157C-5CE4-B29563136987}"/>
              </a:ext>
            </a:extLst>
          </p:cNvPr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pic>
        <p:nvPicPr>
          <p:cNvPr id="23" name="Picture 22" descr="Irvine Victoria FC.png">
            <a:extLst>
              <a:ext uri="{FF2B5EF4-FFF2-40B4-BE49-F238E27FC236}">
                <a16:creationId xmlns:a16="http://schemas.microsoft.com/office/drawing/2014/main" id="{EE9AE431-070A-1F56-DA28-E32C54B3D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24" name="Picture 23" descr="A logo of a football club&#10;&#10;AI-generated content may be incorrect.">
            <a:extLst>
              <a:ext uri="{FF2B5EF4-FFF2-40B4-BE49-F238E27FC236}">
                <a16:creationId xmlns:a16="http://schemas.microsoft.com/office/drawing/2014/main" id="{E01CA09C-BD3C-BBE6-A47A-299058D9C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Goal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310668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464"/>
                </a:solidFill>
                <a:latin typeface="Aptos"/>
              </a:defRPr>
            </a:pPr>
            <a:r>
              <a:rPr dirty="0"/>
              <a:t>12 league goals across the 7-match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686005"/>
              </p:ext>
            </p:extLst>
          </p:nvPr>
        </p:nvGraphicFramePr>
        <p:xfrm>
          <a:off x="777240" y="1463040"/>
          <a:ext cx="6400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096">
                  <a:extLst>
                    <a:ext uri="{9D8B030D-6E8A-4147-A177-3AD203B41FA5}">
                      <a16:colId xmlns:a16="http://schemas.microsoft.com/office/drawing/2014/main" val="370730752"/>
                    </a:ext>
                  </a:extLst>
                </a:gridCol>
                <a:gridCol w="368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dirty="0"/>
                        <a:t>NO.</a:t>
                      </a:r>
                      <a:endParaRPr dirty="0"/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PLAYER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GOALS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dirty="0"/>
                        <a:t>9</a:t>
                      </a:r>
                      <a:endParaRPr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dirty="0"/>
                        <a:t>Lewis Neilson</a:t>
                      </a:r>
                      <a:endParaRPr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dirty="0"/>
                        <a:t>10</a:t>
                      </a:r>
                      <a:endParaRPr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Stewart McAlpine</a:t>
                      </a:r>
                      <a:endParaRPr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dirty="0"/>
                        <a:t>11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Mikey Beattie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dirty="0"/>
                        <a:t>7</a:t>
                      </a:r>
                      <a:endParaRPr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Gavin </a:t>
                      </a:r>
                      <a:r>
                        <a:rPr lang="en-GB" sz="17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Friels</a:t>
                      </a:r>
                      <a:endParaRPr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dirty="0"/>
                        <a:t>11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Dale McClelland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dirty="0"/>
                        <a:t>5 / 6</a:t>
                      </a:r>
                      <a:endParaRPr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Jamie Noble</a:t>
                      </a:r>
                      <a:endParaRPr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E1C0C493-FB5F-03CE-B172-83FAFA2FBFA7}"/>
              </a:ext>
            </a:extLst>
          </p:cNvPr>
          <p:cNvSpPr/>
          <p:nvPr/>
        </p:nvSpPr>
        <p:spPr>
          <a:xfrm>
            <a:off x="7432478" y="1463040"/>
            <a:ext cx="442291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554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  <a:latin typeface="Aptos"/>
              </a:defRPr>
            </a:pPr>
            <a:r>
              <a:rPr dirty="0"/>
              <a:t>PRIMARY 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011680"/>
            <a:ext cx="38404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5C081E"/>
                </a:solidFill>
                <a:latin typeface="Aptos"/>
              </a:defRPr>
            </a:pPr>
            <a:r>
              <a:rPr dirty="0"/>
              <a:t>Lewis Neilson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06040"/>
            <a:ext cx="3840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4B400"/>
                </a:solidFill>
                <a:latin typeface="Aptos"/>
              </a:defRPr>
            </a:pPr>
            <a:r>
              <a:t>5 GOALS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DAC30-B22E-58BA-5292-1162EF7B8AAF}"/>
              </a:ext>
            </a:extLst>
          </p:cNvPr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DAD76A-EACC-5BE7-8E24-5C8290EED506}"/>
              </a:ext>
            </a:extLst>
          </p:cNvPr>
          <p:cNvSpPr txBox="1"/>
          <p:nvPr/>
        </p:nvSpPr>
        <p:spPr>
          <a:xfrm>
            <a:off x="8022866" y="3730752"/>
            <a:ext cx="339189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41414"/>
                </a:solidFill>
                <a:latin typeface="Aptos"/>
              </a:defRPr>
            </a:pPr>
            <a:r>
              <a:rPr lang="en-GB" b="1" dirty="0"/>
              <a:t>KEY THREAT: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#9 Lewis Neilson has scored </a:t>
            </a:r>
            <a:r>
              <a:rPr lang="en-GB" b="1" dirty="0"/>
              <a:t>5 goals in 7 league matches</a:t>
            </a:r>
            <a:endParaRPr dirty="0"/>
          </a:p>
        </p:txBody>
      </p:sp>
      <p:pic>
        <p:nvPicPr>
          <p:cNvPr id="18" name="Picture 17" descr="Irvine Victoria FC.png">
            <a:extLst>
              <a:ext uri="{FF2B5EF4-FFF2-40B4-BE49-F238E27FC236}">
                <a16:creationId xmlns:a16="http://schemas.microsoft.com/office/drawing/2014/main" id="{C869C89F-1669-3088-62B7-00CCF45F5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19" name="Picture 18" descr="A logo of a football club&#10;&#10;AI-generated content may be incorrect.">
            <a:extLst>
              <a:ext uri="{FF2B5EF4-FFF2-40B4-BE49-F238E27FC236}">
                <a16:creationId xmlns:a16="http://schemas.microsoft.com/office/drawing/2014/main" id="{CF784E1F-AF0E-D25B-9D04-96936BD4E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Most-used starters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464"/>
                </a:solidFill>
                <a:latin typeface="Aptos"/>
              </a:defRPr>
            </a:pPr>
            <a:r>
              <a:t>Starting appearances derived from each COMET starting XI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991319"/>
              </p:ext>
            </p:extLst>
          </p:nvPr>
        </p:nvGraphicFramePr>
        <p:xfrm>
          <a:off x="502920" y="1325880"/>
          <a:ext cx="11109959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NO.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PLAYER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STARTS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GOALS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YC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#3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Euan McInally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Gavin Friels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#1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Khalan Lendrum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#9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Lewis Neilson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#2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Owen McCallum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#10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Stewart McAlpine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#8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Youssef Daouichy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#4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Nathanial McCabe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5/7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Alexander Wardrope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4/7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#6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Jamie Grieve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4/7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C7AD97-A57D-4FCC-F127-F0549FB2C6B3}"/>
              </a:ext>
            </a:extLst>
          </p:cNvPr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pic>
        <p:nvPicPr>
          <p:cNvPr id="10" name="Picture 9" descr="Irvine Victoria FC.png">
            <a:extLst>
              <a:ext uri="{FF2B5EF4-FFF2-40B4-BE49-F238E27FC236}">
                <a16:creationId xmlns:a16="http://schemas.microsoft.com/office/drawing/2014/main" id="{7DA517BC-001B-E5BF-2EE1-A3C21FAF7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11" name="Picture 10" descr="A logo of a football club&#10;&#10;AI-generated content may be incorrect.">
            <a:extLst>
              <a:ext uri="{FF2B5EF4-FFF2-40B4-BE49-F238E27FC236}">
                <a16:creationId xmlns:a16="http://schemas.microsoft.com/office/drawing/2014/main" id="{7D0B6A25-DC8B-11F1-2237-D93983C10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Latest starting 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834991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46464"/>
                </a:solidFill>
                <a:latin typeface="Aptos"/>
              </a:defRPr>
            </a:pPr>
            <a:r>
              <a:rPr dirty="0" err="1"/>
              <a:t>Newmains</a:t>
            </a:r>
            <a:r>
              <a:rPr dirty="0"/>
              <a:t> United 1–4 Irvine Victoria • Round 7</a:t>
            </a:r>
            <a:r>
              <a:rPr lang="en-GB" dirty="0"/>
              <a:t> •  </a:t>
            </a:r>
            <a:r>
              <a:rPr lang="en-GB" b="1" dirty="0">
                <a:solidFill>
                  <a:srgbClr val="FF0000"/>
                </a:solidFill>
              </a:rPr>
              <a:t>NOTE: THIS IS NOT THEIR STARTING XI TODAY !!!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3619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Khalan Lendrum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67128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860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Taylor Hamilton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16936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0358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3580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Euan McInally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85615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85615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Alexander Wardrope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16552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354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35424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Jamie Noble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59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28523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85231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Nathanial McCabe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417320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5361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53619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Gavin Friels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167128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22860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2860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Youssef Daouichy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916936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30358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035808"/>
            <a:ext cx="397763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rPr dirty="0"/>
              <a:t>Lewis Neilson</a:t>
            </a:r>
            <a:r>
              <a:rPr lang="en-GB" dirty="0"/>
              <a:t>			(C)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6355080" y="3666744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3785615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785615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Samuel Lessani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416552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5354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B400"/>
                </a:solidFill>
                <a:latin typeface="Aptos"/>
              </a:defRPr>
            </a:pPr>
            <a:r>
              <a:t>#11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535424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Mikey Beattie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C081E"/>
                </a:solidFill>
                <a:latin typeface="Aptos"/>
              </a:defRPr>
            </a:pPr>
            <a:r>
              <a:rPr dirty="0"/>
              <a:t>Captain in this match: Lewis Neilson (#9)  •  Goalkeeper: Khalan </a:t>
            </a:r>
            <a:r>
              <a:rPr dirty="0" err="1"/>
              <a:t>Lendrum</a:t>
            </a:r>
            <a:r>
              <a:rPr dirty="0"/>
              <a:t> (#1)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4475E7-E920-894E-588F-126DF8AEC827}"/>
              </a:ext>
            </a:extLst>
          </p:cNvPr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pic>
        <p:nvPicPr>
          <p:cNvPr id="43" name="Picture 42" descr="Irvine Victoria FC.png">
            <a:extLst>
              <a:ext uri="{FF2B5EF4-FFF2-40B4-BE49-F238E27FC236}">
                <a16:creationId xmlns:a16="http://schemas.microsoft.com/office/drawing/2014/main" id="{ED77A286-B631-CDB1-1D89-6606E8E19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44" name="Picture 43" descr="A logo of a football club&#10;&#10;AI-generated content may be incorrect.">
            <a:extLst>
              <a:ext uri="{FF2B5EF4-FFF2-40B4-BE49-F238E27FC236}">
                <a16:creationId xmlns:a16="http://schemas.microsoft.com/office/drawing/2014/main" id="{36BDC480-3E51-AE56-1342-341ACA70E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Substitution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464"/>
                </a:solidFill>
                <a:latin typeface="Aptos"/>
              </a:defRPr>
            </a:pPr>
            <a:r>
              <a:t>Names below are shown exactly as recorded in COMET event data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828033CF-F4FC-2FEC-A12B-2BC57ADDFFF6}"/>
              </a:ext>
            </a:extLst>
          </p:cNvPr>
          <p:cNvSpPr/>
          <p:nvPr/>
        </p:nvSpPr>
        <p:spPr>
          <a:xfrm>
            <a:off x="6620522" y="1280160"/>
            <a:ext cx="5341629" cy="2617283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6696"/>
              </p:ext>
            </p:extLst>
          </p:nvPr>
        </p:nvGraphicFramePr>
        <p:xfrm>
          <a:off x="685800" y="1371600"/>
          <a:ext cx="5577840" cy="471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2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PLAYER IN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TIMES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Aaron McBride</a:t>
                      </a:r>
                      <a:endParaRPr sz="2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sz="2400" dirty="0"/>
                        <a:t>5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Mikey Beattie</a:t>
                      </a:r>
                      <a:endParaRPr sz="2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sz="2400" dirty="0"/>
                        <a:t>3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Samuel </a:t>
                      </a:r>
                      <a:r>
                        <a:rPr lang="en-GB" sz="24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Lessani</a:t>
                      </a:r>
                      <a:endParaRPr sz="2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sz="2400" dirty="0"/>
                        <a:t>3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J. Gray Swan</a:t>
                      </a:r>
                      <a:endParaRPr sz="2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41414"/>
                          </a:solidFill>
                        </a:defRPr>
                      </a:pPr>
                      <a:r>
                        <a:rPr sz="2400" dirty="0"/>
                        <a:t>3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Jamie Grieve</a:t>
                      </a:r>
                      <a:endParaRPr sz="2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41414"/>
                          </a:solidFill>
                        </a:defRPr>
                      </a:pPr>
                      <a:r>
                        <a:rPr sz="2400"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75670" y="1417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  <a:latin typeface="Aptos"/>
              </a:defRPr>
            </a:pPr>
            <a:r>
              <a:rPr dirty="0"/>
              <a:t>MOST FREQUENT INTRODUCTIONS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68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5C081E"/>
                </a:solidFill>
                <a:latin typeface="Aptos"/>
              </a:defRPr>
            </a:pPr>
            <a:r>
              <a:rPr dirty="0"/>
              <a:t>McBride 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0660" y="237894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B400"/>
                </a:solidFill>
                <a:latin typeface="Aptos"/>
              </a:defRPr>
            </a:pPr>
            <a:r>
              <a:rPr dirty="0"/>
              <a:t>5 substitute appearances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6484" y="3075481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41414"/>
                </a:solidFill>
                <a:latin typeface="Aptos"/>
              </a:defRPr>
            </a:pPr>
            <a:r>
              <a:rPr dirty="0"/>
              <a:t>Beattie M., </a:t>
            </a:r>
            <a:r>
              <a:rPr dirty="0" err="1"/>
              <a:t>Lessani</a:t>
            </a:r>
            <a:r>
              <a:rPr dirty="0"/>
              <a:t> S. and Gray Swan J. were each introduced 3 times.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C0A1F-41BA-FE5E-0CF7-0113A32B08DE}"/>
              </a:ext>
            </a:extLst>
          </p:cNvPr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pic>
        <p:nvPicPr>
          <p:cNvPr id="15" name="Picture 14" descr="Irvine Victoria FC.png">
            <a:extLst>
              <a:ext uri="{FF2B5EF4-FFF2-40B4-BE49-F238E27FC236}">
                <a16:creationId xmlns:a16="http://schemas.microsoft.com/office/drawing/2014/main" id="{1AC07871-B216-D9DB-AFCE-FD5E81E59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16" name="Picture 15" descr="A logo of a football club&#10;&#10;AI-generated content may be incorrect.">
            <a:extLst>
              <a:ext uri="{FF2B5EF4-FFF2-40B4-BE49-F238E27FC236}">
                <a16:creationId xmlns:a16="http://schemas.microsoft.com/office/drawing/2014/main" id="{F2537FAB-C016-EC75-6134-455C6D08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1F6989F0-BFE9-0D7A-7E5F-B37C12C430CC}"/>
              </a:ext>
            </a:extLst>
          </p:cNvPr>
          <p:cNvSpPr/>
          <p:nvPr/>
        </p:nvSpPr>
        <p:spPr>
          <a:xfrm>
            <a:off x="6580691" y="4240943"/>
            <a:ext cx="5341629" cy="2278729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DD3DF9-CF2C-1642-CF95-6BDFF8CC71D8}"/>
              </a:ext>
            </a:extLst>
          </p:cNvPr>
          <p:cNvSpPr txBox="1"/>
          <p:nvPr/>
        </p:nvSpPr>
        <p:spPr>
          <a:xfrm>
            <a:off x="6182269" y="4918642"/>
            <a:ext cx="6138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#11 Mikey Beattie → Samuel </a:t>
            </a:r>
            <a:r>
              <a:rPr lang="en-GB" b="1" dirty="0" err="1"/>
              <a:t>Lessani</a:t>
            </a:r>
            <a:r>
              <a:rPr lang="en-GB" dirty="0"/>
              <a:t> — 3 times</a:t>
            </a:r>
            <a:br>
              <a:rPr lang="en-GB" dirty="0"/>
            </a:br>
            <a:r>
              <a:rPr lang="en-GB" b="1" dirty="0"/>
              <a:t>Dale McClelland → Aaron McBride</a:t>
            </a:r>
            <a:r>
              <a:rPr lang="en-GB" dirty="0"/>
              <a:t> — 2 times</a:t>
            </a:r>
            <a:br>
              <a:rPr lang="en-GB" dirty="0"/>
            </a:br>
            <a:r>
              <a:rPr lang="en-GB" b="1" dirty="0"/>
              <a:t>#7 Gavin </a:t>
            </a:r>
            <a:r>
              <a:rPr lang="en-GB" b="1" dirty="0" err="1"/>
              <a:t>Friels</a:t>
            </a:r>
            <a:r>
              <a:rPr lang="en-GB" b="1" dirty="0"/>
              <a:t> → Mikey Beattie</a:t>
            </a:r>
            <a:r>
              <a:rPr lang="en-GB" dirty="0"/>
              <a:t> — 2 times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DD170-4AD7-5266-59C6-2BFAA5CD8862}"/>
              </a:ext>
            </a:extLst>
          </p:cNvPr>
          <p:cNvSpPr txBox="1"/>
          <p:nvPr/>
        </p:nvSpPr>
        <p:spPr>
          <a:xfrm>
            <a:off x="7056945" y="44575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  <a:latin typeface="Aptos"/>
              </a:defRPr>
            </a:pPr>
            <a:r>
              <a:rPr lang="en-GB" dirty="0"/>
              <a:t>COMMON CHANGES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984B7CD2-F472-42CC-D1AB-809D608072ED}"/>
              </a:ext>
            </a:extLst>
          </p:cNvPr>
          <p:cNvSpPr/>
          <p:nvPr/>
        </p:nvSpPr>
        <p:spPr>
          <a:xfrm>
            <a:off x="7495083" y="1280160"/>
            <a:ext cx="4239718" cy="2617283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464"/>
                </a:solidFill>
                <a:latin typeface="Aptos"/>
              </a:defRPr>
            </a:pPr>
            <a:r>
              <a:t>Yellow cards derived from Irvine Victoria match events in the supplied JSON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718608"/>
              </p:ext>
            </p:extLst>
          </p:nvPr>
        </p:nvGraphicFramePr>
        <p:xfrm>
          <a:off x="685800" y="1325880"/>
          <a:ext cx="6492241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002376338"/>
                    </a:ext>
                  </a:extLst>
                </a:gridCol>
                <a:gridCol w="3432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dirty="0"/>
                        <a:t>NO.</a:t>
                      </a:r>
                      <a:endParaRPr dirty="0"/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PLAYER (COMET EVENT NAME)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YC</a:t>
                      </a:r>
                    </a:p>
                  </a:txBody>
                  <a:tcPr anchor="ctr">
                    <a:solidFill>
                      <a:srgbClr val="5C0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8</a:t>
                      </a:r>
                      <a:endParaRPr sz="1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Youssef </a:t>
                      </a:r>
                      <a:r>
                        <a:rPr lang="en-GB" sz="14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Daouichy</a:t>
                      </a:r>
                      <a:endParaRPr sz="1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9</a:t>
                      </a:r>
                      <a:endParaRPr sz="1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Lewis Neilson</a:t>
                      </a:r>
                      <a:endParaRPr sz="1400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sz="1400" dirty="0"/>
                        <a:t>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b="1" dirty="0"/>
                        <a:t>4</a:t>
                      </a:r>
                      <a:endParaRPr sz="1400" b="1" dirty="0"/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Nathanial McCabe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</a:defRPr>
                      </a:pPr>
                      <a:r>
                        <a:rPr sz="1400" b="1" dirty="0"/>
                        <a:t>2</a:t>
                      </a:r>
                    </a:p>
                  </a:txBody>
                  <a:tcPr anchor="ctr">
                    <a:solidFill>
                      <a:srgbClr val="FF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2</a:t>
                      </a:r>
                      <a:endParaRPr sz="1400"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Owen McCallum</a:t>
                      </a:r>
                      <a:endParaRPr sz="1400"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sz="1400" dirty="0"/>
                        <a:t>1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4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Alexander </a:t>
                      </a:r>
                      <a:r>
                        <a:rPr lang="en-GB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Wardrope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10</a:t>
                      </a:r>
                      <a:endParaRPr sz="1400"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Stewart McAlpine</a:t>
                      </a:r>
                      <a:endParaRPr sz="1400"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6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Taylor Hamilton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10</a:t>
                      </a:r>
                      <a:endParaRPr sz="1400"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Samuel </a:t>
                      </a:r>
                      <a:r>
                        <a:rPr lang="en-GB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Lessani</a:t>
                      </a:r>
                      <a:endParaRPr sz="1400"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12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Aaron McBride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lang="en-GB" sz="1400" dirty="0"/>
                        <a:t>17</a:t>
                      </a:r>
                      <a:endParaRPr sz="1400" dirty="0"/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Ben Carson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41414"/>
                          </a:solidFill>
                        </a:defRPr>
                      </a:pPr>
                      <a:r>
                        <a:rPr sz="1400" dirty="0"/>
                        <a:t>1</a:t>
                      </a:r>
                    </a:p>
                  </a:txBody>
                  <a:tcPr anchor="ctr"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75083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  <a:latin typeface="Aptos"/>
              </a:defRPr>
            </a:pPr>
            <a:r>
              <a:rPr dirty="0"/>
              <a:t>MOST CARDED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076839ED-34E1-67A2-5EA3-603666112145}"/>
              </a:ext>
            </a:extLst>
          </p:cNvPr>
          <p:cNvSpPr/>
          <p:nvPr/>
        </p:nvSpPr>
        <p:spPr>
          <a:xfrm>
            <a:off x="7495083" y="4597482"/>
            <a:ext cx="4239718" cy="1442023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5080" y="1980200"/>
            <a:ext cx="3657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C081E"/>
                </a:solidFill>
                <a:latin typeface="Aptos"/>
              </a:defRPr>
            </a:pPr>
            <a:r>
              <a:rPr lang="en-GB" sz="2200" b="1" dirty="0">
                <a:solidFill>
                  <a:srgbClr val="5C081E"/>
                </a:solidFill>
                <a:latin typeface="Aptos"/>
              </a:rPr>
              <a:t>#8 Youssef </a:t>
            </a:r>
            <a:r>
              <a:rPr lang="en-GB" sz="2200" b="1" dirty="0" err="1">
                <a:solidFill>
                  <a:srgbClr val="5C081E"/>
                </a:solidFill>
                <a:latin typeface="Aptos"/>
              </a:rPr>
              <a:t>Daouichy</a:t>
            </a:r>
            <a:endParaRPr lang="en-GB" sz="2200" b="1" dirty="0">
              <a:solidFill>
                <a:srgbClr val="5C081E"/>
              </a:solidFill>
              <a:latin typeface="Aptos"/>
            </a:endParaRPr>
          </a:p>
          <a:p>
            <a:pPr algn="ctr">
              <a:defRPr sz="2200" b="1">
                <a:solidFill>
                  <a:srgbClr val="5C081E"/>
                </a:solidFill>
                <a:latin typeface="Aptos"/>
              </a:defRPr>
            </a:pPr>
            <a:r>
              <a:rPr lang="en-GB" sz="2200" b="1" dirty="0">
                <a:solidFill>
                  <a:srgbClr val="5C081E"/>
                </a:solidFill>
                <a:latin typeface="Aptos"/>
              </a:rPr>
              <a:t>#9 Lewis Neilson</a:t>
            </a:r>
            <a:br>
              <a:rPr lang="en-GB" sz="2200" b="1" dirty="0">
                <a:solidFill>
                  <a:srgbClr val="5C081E"/>
                </a:solidFill>
                <a:latin typeface="Aptos"/>
              </a:rPr>
            </a:br>
            <a:r>
              <a:rPr lang="en-GB" sz="2200" b="1" dirty="0">
                <a:solidFill>
                  <a:srgbClr val="5C081E"/>
                </a:solidFill>
                <a:latin typeface="Aptos"/>
              </a:rPr>
              <a:t>#4 Nathanial McCabe</a:t>
            </a:r>
            <a:endParaRPr sz="2200" b="1" dirty="0">
              <a:solidFill>
                <a:srgbClr val="5C081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90070" y="342900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B400"/>
                </a:solidFill>
                <a:latin typeface="Aptos"/>
              </a:defRPr>
            </a:pPr>
            <a:r>
              <a:rPr dirty="0"/>
              <a:t>2 YELLOWS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910658"/>
            <a:ext cx="387096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41414"/>
                </a:solidFill>
                <a:latin typeface="Aptos"/>
              </a:defRPr>
            </a:pPr>
            <a:r>
              <a:rPr dirty="0"/>
              <a:t>No Irvine Victoria red-card events are recorded in the seven supplied league matches.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96E3B-5064-3FC2-F2EC-8E928B1E248A}"/>
              </a:ext>
            </a:extLst>
          </p:cNvPr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pic>
        <p:nvPicPr>
          <p:cNvPr id="14" name="Picture 13" descr="Irvine Victoria FC.png">
            <a:extLst>
              <a:ext uri="{FF2B5EF4-FFF2-40B4-BE49-F238E27FC236}">
                <a16:creationId xmlns:a16="http://schemas.microsoft.com/office/drawing/2014/main" id="{273D185C-D48C-0A14-15AF-99E48D661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15" name="Picture 14" descr="A logo of a football club&#10;&#10;AI-generated content may be incorrect.">
            <a:extLst>
              <a:ext uri="{FF2B5EF4-FFF2-40B4-BE49-F238E27FC236}">
                <a16:creationId xmlns:a16="http://schemas.microsoft.com/office/drawing/2014/main" id="{829D0520-102B-DE22-8B6C-5B84FB2B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6400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WOSFL Third Division — league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A5609-C89E-5E8B-CA57-F8764D9E797E}"/>
              </a:ext>
            </a:extLst>
          </p:cNvPr>
          <p:cNvSpPr txBox="1"/>
          <p:nvPr/>
        </p:nvSpPr>
        <p:spPr>
          <a:xfrm>
            <a:off x="457200" y="6519672"/>
            <a:ext cx="4035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SALTCOATS VICTORIA FC  •  OPPOSITION ANALYSIS</a:t>
            </a:r>
            <a:r>
              <a:rPr lang="en-GB" dirty="0"/>
              <a:t> • CONFIDENTIAL • INTERNAL USE ONLY</a:t>
            </a:r>
          </a:p>
          <a:p>
            <a:pPr>
              <a:defRPr sz="800" b="1">
                <a:solidFill>
                  <a:srgbClr val="5C081E"/>
                </a:solidFill>
              </a:defRPr>
            </a:pPr>
            <a:r>
              <a:rPr dirty="0"/>
              <a:t> </a:t>
            </a:r>
          </a:p>
        </p:txBody>
      </p:sp>
      <p:pic>
        <p:nvPicPr>
          <p:cNvPr id="10" name="Picture 9" descr="Irvine Victoria FC.png">
            <a:extLst>
              <a:ext uri="{FF2B5EF4-FFF2-40B4-BE49-F238E27FC236}">
                <a16:creationId xmlns:a16="http://schemas.microsoft.com/office/drawing/2014/main" id="{7F9AE2F1-872B-4202-8259-31421C7E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11" name="Picture 10" descr="A logo of a football club&#10;&#10;AI-generated content may be incorrect.">
            <a:extLst>
              <a:ext uri="{FF2B5EF4-FFF2-40B4-BE49-F238E27FC236}">
                <a16:creationId xmlns:a16="http://schemas.microsoft.com/office/drawing/2014/main" id="{454E7009-E7B5-A4FA-624F-03AEB5B04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986BDF3-548D-BF70-79AE-AE11DE7490B8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1143000"/>
          <a:ext cx="11365992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 marL="73152" marR="73152" marT="18288" marB="1828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CLUB</a:t>
                      </a:r>
                    </a:p>
                  </a:txBody>
                  <a:tcPr marL="73152" marR="73152" marT="18288" marB="1828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73152" marT="18288" marB="1828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GD</a:t>
                      </a:r>
                    </a:p>
                  </a:txBody>
                  <a:tcPr marL="73152" marR="73152" marT="18288" marB="1828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PTS</a:t>
                      </a:r>
                    </a:p>
                  </a:txBody>
                  <a:tcPr marL="73152" marR="73152" marT="18288" marB="18288"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East Kilbride Thistle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Glenvale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East Kilbride YM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Royal Albert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Carluke Rovers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West Park United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Kello Rovers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Glasgow Perthshire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Eglinton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Vale of Leven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9144" marB="9144">
                    <a:solidFill>
                      <a:srgbClr val="F8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9144" marB="9144">
                    <a:solidFill>
                      <a:srgbClr val="680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</a:rPr>
                        <a:t>Saltcoats Victoria</a:t>
                      </a:r>
                    </a:p>
                  </a:txBody>
                  <a:tcPr marL="73152" marR="73152" marT="9144" marB="9144">
                    <a:solidFill>
                      <a:srgbClr val="6800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6800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73152" marR="73152" marT="9144" marB="9144">
                    <a:solidFill>
                      <a:srgbClr val="6800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680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9144" marB="9144"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Irvine Victoria</a:t>
                      </a:r>
                    </a:p>
                  </a:txBody>
                  <a:tcPr marL="73152" marR="73152" marT="9144" marB="9144"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9144" marB="9144"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73152" marR="73152" marT="9144" marB="9144"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9144" marB="9144">
                    <a:solidFill>
                      <a:srgbClr val="F5B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Lugar Boswell Thistle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Giffnock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766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Newmains United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768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C1C1E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St. Anthony's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C1C1E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>
                          <a:solidFill>
                            <a:srgbClr val="1C1C1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9144" marB="9144">
                    <a:solidFill>
                      <a:srgbClr val="FF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graphic_design_poster_slide_with_a_clean_pro.png">
            <a:extLst>
              <a:ext uri="{FF2B5EF4-FFF2-40B4-BE49-F238E27FC236}">
                <a16:creationId xmlns:a16="http://schemas.microsoft.com/office/drawing/2014/main" id="{FE6EDF7D-71CC-24C2-FDBA-ABAA90BD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F965D5-F8CE-55BD-CE03-0A299504BE06}"/>
              </a:ext>
            </a:extLst>
          </p:cNvPr>
          <p:cNvSpPr/>
          <p:nvPr/>
        </p:nvSpPr>
        <p:spPr>
          <a:xfrm>
            <a:off x="9114980" y="0"/>
            <a:ext cx="2772220" cy="866774"/>
          </a:xfrm>
          <a:prstGeom prst="rect">
            <a:avLst/>
          </a:prstGeom>
          <a:solidFill>
            <a:srgbClr val="50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Irvine Victoria FC.png">
            <a:extLst>
              <a:ext uri="{FF2B5EF4-FFF2-40B4-BE49-F238E27FC236}">
                <a16:creationId xmlns:a16="http://schemas.microsoft.com/office/drawing/2014/main" id="{78A74740-85BA-0092-4368-6BA27F346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91440"/>
            <a:ext cx="516582" cy="594360"/>
          </a:xfrm>
          <a:prstGeom prst="rect">
            <a:avLst/>
          </a:prstGeom>
        </p:spPr>
      </p:pic>
      <p:pic>
        <p:nvPicPr>
          <p:cNvPr id="7" name="Picture 6" descr="A logo of a football club&#10;&#10;AI-generated content may be incorrect.">
            <a:extLst>
              <a:ext uri="{FF2B5EF4-FFF2-40B4-BE49-F238E27FC236}">
                <a16:creationId xmlns:a16="http://schemas.microsoft.com/office/drawing/2014/main" id="{09B67A4F-2BEC-6887-7AC0-D3EF507B0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857" y="129263"/>
            <a:ext cx="516582" cy="5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46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5000">
        <p159:morph option="byObject"/>
      </p:transition>
    </mc:Choice>
    <mc:Fallback>
      <p:transition spd="slow" advClick="0" advTm="2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795</Words>
  <Application>Microsoft Office PowerPoint</Application>
  <PresentationFormat>Widescreen</PresentationFormat>
  <Paragraphs>332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Colin Lundy</dc:creator>
  <cp:keywords/>
  <dc:description>generated using python-pptx</dc:description>
  <cp:lastModifiedBy>Colin Lundy</cp:lastModifiedBy>
  <cp:revision>8</cp:revision>
  <dcterms:created xsi:type="dcterms:W3CDTF">2013-01-27T09:14:16Z</dcterms:created>
  <dcterms:modified xsi:type="dcterms:W3CDTF">2026-09-24T13:03:27Z</dcterms:modified>
  <cp:category/>
</cp:coreProperties>
</file>